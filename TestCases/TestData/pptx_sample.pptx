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3FBC-D85E-4218-90B7-A2FDC1040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FBE08-BFE7-4C58-A41A-FF3383CCA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FECA5-D113-4684-8FB6-C4A3FA3E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B8EBE-886D-41D2-88B1-5DF1ABD1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EB30-F0B3-4982-A605-68CADB35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873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F864-ED60-47C8-B7A9-80F8772B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7A0C-37A4-493A-84F6-462F66B27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D44ED-A2AB-415F-A8E7-BB53C94F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ACBD3-B963-4198-BF4D-79F73E18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0718-DF45-4EAC-8EC8-A7649174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1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D804-2406-49C0-84D4-ECDBEB21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EA407-6DED-4B2C-BD10-EA583C98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B1356-2BD3-429B-8909-23750DD5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AD4B6-5B75-46EE-AB51-AA8EE5E7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B7C6B-256A-4976-A8C8-8305F751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90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D5C8-5DD8-40AF-9D39-6BE3A6775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876F-56A0-4D82-899B-E89AB0CEC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0434C-AC6A-48AA-903F-7AF5799BD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47A20-A94A-4641-A9CD-EABF1DEE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A1DC1-1C66-40EE-A610-7BC7B0EA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ABC80-6D8B-45A7-86A3-AD7BD8D5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72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BD08-6909-493E-A7F5-5998AABC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DF16A-152E-4FE9-BAA7-9BAC6F46E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19044-8761-4CA3-A47A-6364E5DB8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36765-62E7-4634-BA28-AECC6D327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36E88-AA12-41A8-9D62-9B067C8E3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E2D7C-F972-418C-AB2D-CD49BBF5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223FF2-32DA-4FEF-A5CD-6F8C3E4D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E51AE-5C70-4939-8CA5-918D8B1A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36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C5F3-CE5D-4017-BC90-A35E3855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2AA60-AAAF-45A1-A885-BD5AF869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74EE6-9BBA-4056-8D8C-96B03FFB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22684-DF70-4F2C-B49A-7F97D34E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9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0950C-8978-4C6C-B000-70E7BEB7E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27E54-6F6A-4E5C-80BC-12E2E5CB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95C7F-E074-4F6E-86BC-7B5C386A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74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7DD9-8927-40BD-93D2-5DA05D38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27F35-900B-4616-9F74-22E495FE6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28B1C-17C0-4E36-B230-889F788EC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80F92-C4AB-4936-B9B1-64C27979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562BC-164D-484D-9F26-55B2CF68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AB2A5-554A-4F80-9020-E8748333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922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6636-70E3-4C9E-9072-27ACCBE3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8FFDC-1C8C-44B7-8C96-7D269D3E6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7CF7D-5520-4E79-8B86-6058499AA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2246F-8288-4AA6-A9E1-989FABE9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0FC34-3A3E-415B-9046-01F2A2CB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EC23C-0D38-4D64-9025-E0021723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26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F4D2-A490-44ED-9290-FE668097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C6DDB-0039-46D3-84BA-6F2EC20E4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B0689-4FC3-4FCA-82B5-E26D4383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5EF05-63AD-4A76-B05E-C78D1C09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7BD3E-386E-4F13-8290-5CEE2DFE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66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648DD0-ED5D-4F57-9B7B-29A1EB15C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13062-3146-4E48-B90F-3BF63F249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F0C8C-2735-4498-B78E-0FCC7DD1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0230-9057-4236-B1D4-8B5113732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450A-D4E4-4CB3-8981-EAB83EE9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50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7D7B4-5C57-4DFC-A9B8-3E602465A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E0D87-06A1-42BE-B5C2-C95D03F89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2EE5E-9291-4728-AC19-70AE90D8E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5762B-721E-4582-B2F2-7173655C7AF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C9A4A-D16F-477C-9341-F4F61E00B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E683-8B7C-4171-8903-9C2BAD132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2B64-976E-4BB5-9F8A-479D0267D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43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FCEA-0B6D-4CA5-AC09-46CD0D4ACD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VIT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916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VIT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 TESTING</dc:title>
  <dc:creator>Omkar Berde</dc:creator>
  <cp:lastModifiedBy>Omkar Berde</cp:lastModifiedBy>
  <cp:revision>1</cp:revision>
  <dcterms:created xsi:type="dcterms:W3CDTF">2024-03-21T06:17:32Z</dcterms:created>
  <dcterms:modified xsi:type="dcterms:W3CDTF">2024-03-21T06:17:45Z</dcterms:modified>
</cp:coreProperties>
</file>